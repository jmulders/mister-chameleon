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Openingszin: 'Vier soorten klanten, één website.' De hele demo is die zin, bewezen.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kern. Als de klant het in eigen woorden anders formuleert, is die formulering beter — neem hem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Ads + Publishers (advertentie-net) alleen tonen als het gesprek erom vraagt.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Toon eerst de baseline (default), dan per persona verversen. Sluit af met de holdout: het meetbaarheids-argument.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840480" cy="3840480"/>
          </a:xfrm>
          <a:prstGeom prst="ellipse">
            <a:avLst/>
          </a:prstGeom>
          <a:solidFill>
            <a:srgbClr val="0FA3A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640080"/>
            <a:ext cx="2743200" cy="2743200"/>
          </a:xfrm>
          <a:prstGeom prst="ellipse">
            <a:avLst/>
          </a:prstGeom>
          <a:solidFill>
            <a:srgbClr val="17C3B2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· PLATFORM- &amp; BUREAU-OVERZICHT · GEEN KLANTDECK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Mister Chameleon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platform- en operating-overzicht voor intern gebruik en het tweede gesprek. Voor het eerste klantgesprek: de korte klantdeck.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niet als eerste-gesprek-deck gebruiken · augustus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Aanleiding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dit probleem nu geld kost — en nu pas op te lossen 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Gericht adverteren, generieke landing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3500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weet steeds preciezer wie je aanspreekt in de advertentie. Maar iedereen belandt op dezelfde pagina met hetzelfde verhaal in dezelfde volgorde.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30168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beslissing valt op de pagina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81304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 op het moment dat de bezoeker beslist, sluit de boodschap niet aan op wie hij is. Dat verlies zie je niet — het staat nergens gelogd.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093208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landingspagina's verzanden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27608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klassieke oplossing — losse landingspagina's per doelgroep — wordt niet onderhouden en groeit uit de hand.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probleem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“Vier soorten klanten, en één website.”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Navertelbaar aan een directeur, zonder ons vocabulaire.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Inkoper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Bekende klant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6760" y="36576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Campagne-bezoeker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507492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0FA3A3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5074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dezelfde pagina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inkoper leest eerst wat de sollicitant zou moeten lezen. Dat kost geld op de plek waar de beslissing valt.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het nu kan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nieuwe website, geen los onderhoud, en — beslissend — meetbaar.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nieuwe site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script-tag in de &lt;head&gt; maakt de bestaande site adaptief. Zelfde CMS, andere volgorde per bezoeker.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214884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36592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losse pagina's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36592" y="34747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Varianten leven in het platform, niet in vergeten landingspagina's. Onderhoud op één plek.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2148840"/>
            <a:ext cx="548640" cy="54864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13064" y="2880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Meetbaar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13064" y="34747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 van de bezoekers krijgt bewust de oude versie (holdout), zodat je ziet of het uitmaakt.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laatste overtuigt een directeur — niet de personalisatie, maar dat het meetbaar 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 antwoord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boodschap blijft, de vorm past zich aan de context — de kleur verandert, niet het dier.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293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beslissing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89280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 valt op de server, niet met knipperende client-scripts. De pagina springt niet en valt nooit leeg.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27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0998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Veilige default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signaal of bij een storing krijgt de bezoeker gewoon de CMS-content. Stoppen = een storing, en die eindigt veilig.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98264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2702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Meten ingebouwd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23367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Holdout, score-verdeling en regel-vuringen laten zien of de invoer onderscheidt én of de regels iets doen.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94376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568696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68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als onderscheid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540410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Verrijking is consent-gated en de data staat in de EER (Ierland). Dat is het verschil met de Amerikaanse platformen.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het werkt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keten, per paginaweergave: bezoeker → context → beslissing → variant → meten.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132130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Bezoeker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Gedrag, tijd, herkomst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3300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33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segment, verrijking (consent)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5292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8" name="Text 16"/>
          <p:cNvSpPr/>
          <p:nvPr/>
        </p:nvSpPr>
        <p:spPr>
          <a:xfrm>
            <a:off x="576529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8072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Beslissing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75504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 + AI, veilige default, 700ms-budget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50024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32904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87284" y="256032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84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70064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97496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proof, CTA, thema, formulier, e-mail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72016" y="3200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54896" y="2286000"/>
            <a:ext cx="2057400" cy="2468880"/>
          </a:xfrm>
          <a:prstGeom prst="roundRect">
            <a:avLst>
              <a:gd name="adj" fmla="val 4000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09276" y="2560320"/>
            <a:ext cx="548640" cy="54864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30" name="Text 28"/>
          <p:cNvSpPr/>
          <p:nvPr/>
        </p:nvSpPr>
        <p:spPr>
          <a:xfrm>
            <a:off x="1020927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92056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619488" y="37033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+ regel-vuringen + score-verdeling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beslissing draait binnen een hard tijdsbudget; overschrijdt hij dat, dan valt hij terug op de default — zichtbaar in de faalsignaal-laag.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we het bouwden — technisch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27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/ React 19 / TypeScript, Supabase (Postgres, EER-Ierland), gehost op Vercel Fluid.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27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Beslis-engine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9933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 → experiment/holdout-split → optioneel AI, met een veilige default. p95 van de compute ≈ 0,08 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JS-snippet met progressive enhancement + 700ms-budget; ook WordPress-plugin en Statamic-add-on.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99008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154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Betrouwbaarheid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cache met ownership-guard (0 cross-tenant lekken), fail-open schrijf-paden, instant rollback.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1713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681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0474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verrijking, EER-opslag, meestuurbare verwerkersovereenkomst + subverwerkerslijst.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51713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4681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0474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Faalsignaal-laag (opslag/mail/decide) + regel-vuringen als dagteller (in-memory buffer, flush/min).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we het bouwden — functioneel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bouwstenen die samen de adaptieve ervaring maken.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signaal → dan variant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7647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&amp; varianten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7647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 slot &amp; formulier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5683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segmenten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5683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Interesse, intent, sequences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7192" y="2084832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37192" y="26060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Verrijking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37192" y="29260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IP→bedrijf, geo, CRM (consent)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shadow → live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9611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Variantkeuze + tekst-fill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52044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7647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1" name="Text 29"/>
          <p:cNvSpPr/>
          <p:nvPr/>
        </p:nvSpPr>
        <p:spPr>
          <a:xfrm>
            <a:off x="377647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77647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77647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op planniveau + holdout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5683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6" name="Text 34"/>
          <p:cNvSpPr/>
          <p:nvPr/>
        </p:nvSpPr>
        <p:spPr>
          <a:xfrm>
            <a:off x="665683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5683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Adaptieve e-mail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65683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Bevestiging past zich aan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281160" y="3547872"/>
            <a:ext cx="2624328" cy="1463040"/>
          </a:xfrm>
          <a:prstGeom prst="roundRect">
            <a:avLst>
              <a:gd name="adj" fmla="val 562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37192" y="3803904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1" name="Text 39"/>
          <p:cNvSpPr/>
          <p:nvPr/>
        </p:nvSpPr>
        <p:spPr>
          <a:xfrm>
            <a:off x="953719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537192" y="43251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thema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537192" y="46451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+ regel-gedreven thema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 — Personalisatie (de kern)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je bepaalt wat elke bezoeker krijgt, en ziet waarom.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context, dan variant. Met score-verdeling en regel-vuringen als meet- en onderhoudsgereedschap.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blocks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72584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content-varianten zelf per slot (hero/proof/cta) en formulier. Optioneel AI-variant-generator.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9056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49056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op planniveau: bucket 0 = plan, bucket 1 = plan + challenger. Hele, samenhangende journeys.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AI-policy &amp; Field Fill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(meelopen, alleen loggen) of live (geserveerd bij genoeg vertrouwen, anders veilige terugval).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416552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AI-logs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72584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inzicht: welke regel/variant, met welk vertrouwen, en waarom — in gewone taal.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193024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49056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variables &amp; Variants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49056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signalen regels mogen gebruiken; en een overzicht van variant-dekking en dode keys.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2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verschilt per onderdeel — sommige draaien, sommige zetten we bij de eerste klanten op, sommige rijpen nog (zie rijpheidskaart). Zeg de status hardop bij elk onderdeel.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 — Publiek &amp; leads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anonieme bezoeker naar herkende lead — met privacy als grondslag.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&amp; Scoring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Interesseprofielen, scoringsregels, sequences en decay bepalen score en segment per bezoeker.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72584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Doelgroepen die je hergebruikt in ABM, Lead Base en retargeting.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9056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49056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Profielregister anoniem → herkend → bekend → klant. Filteren, verwijderen (erasure), exporteren.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 (ABM)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Persoonlijke links per doelaccount — we bepalen wát iemand ziet, nooit dat we laten merken dát we het weten.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416552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(Ad Sync)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72584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Segmenten naar Google/Meta/LinkedIn, server-side gehasht, met consent-gate.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193024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49056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49056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visualisatie van de sessie-journey — sterk in een strategiegesprek.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2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verschilt per onderdeel — sommige draaien, sommige zetten we bij de eerste klanten op, sommige rijpen nog (zie rijpheidskaart). Zeg de status hardop bij elk onderdeel.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 — Content, design, integraties &amp;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rest van het platform: content, vorm, koppelingen en go-live.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CMS-first: status, 'Open in CMS', formulierafhandeling, assets, blueprints, adaptieve e-mail (preview).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Theme switching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72584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typografie en preset-thema's; een regel koppelt een thema aan de bezoeker.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49056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49056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CMS, CRM (HubSpot), AI-mode, enrichment (MaxMind), domeinen — secrets nooit zichtbaar.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&lt;script&gt; in de &lt;head&gt; + de data-mc-slot-conventie maakt een bestaande site adaptief.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416552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Setup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72584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aan/uit, retentietermijn, self-service-toggle, plan; en de go-live checklist + site aanmaken.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193024" y="3621024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49056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Storage, Users, Debug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49056" y="41239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Meilisearch-reindex, asset-opslag, toegang, en de debug-overlay + faalsignaal-paneel.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2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verschilt per onderdeel — sommige draaien, sommige zetten we bij de eerste klanten op, sommige rijpen nog (zie rijpheidskaart). Zeg de status hardop bij elk onderdeel.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 meetpunten (nog geen klantbewijs)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op onze eigen tenant — techniek en betrouwbaarheid. Géén bewijs van klanteffect; dat levert de holdout bij een echte klant.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0,08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van de beslis-compute (2 tenants, benchmark)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47872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30752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lekken over 50.000 paren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55664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38544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marginale infrakosten per klant per maand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63456" y="19202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63456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dgn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546336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rollende bewaartermijn bezoekersprofielen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per-tenant nood-schakelaar (terug naar standaard zonder deploy), instant rollback, en holdout die bewijst of personalisatie werkt.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138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of het uitmaakt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5138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Score-verdeling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onderscheidt de invoer?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49377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49640" y="5138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Regel-vuringen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964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 de regels iets?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als onderscheid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de Amerikaanse platformen data uit handen geven, houden wij het in de EER.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2938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de EER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9280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West-Europa (Ierland). Bevestigd, en vastgelegd in de subverwerkerslijst.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27832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0998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verrijking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Firmografie wordt alleen bewaard bij enrichment-toestemming; gedrag bij personalisatie-toestemming.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98264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270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Meestuurbare DPB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423367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Verwerkersovereenkomst + subverwerkerslijst + grondslag-onderbouwing klaar om mee te sturen.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94376"/>
            <a:ext cx="10881360" cy="1033272"/>
          </a:xfrm>
          <a:prstGeom prst="roundRect">
            <a:avLst>
              <a:gd name="adj" fmla="val 7965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568696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68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Instelbare retentie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5404104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30 dagen na opzegging, per tenant aanpasbaar met ingangsdatum; profielen 90 dagen rollend.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Concept-documenten — juridisch te toetsen vóór gebruik.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verhaal, één bedrag — de klant koopt jouw werk, geen volume.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€4.000 – 6.000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eenmalig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Segmenten, varianten, regels, holdout en meetopzet. Lager als het op een positioneringstraject aansluit.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872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Maandelijks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€1.500 – 2.500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690872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0872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€1.500 is normaal: bewaking + kwartaalgesprek + samenhang bewaken. €2.500 bij meerdere contexten of sites — meer regels bijstellen, meer meetmomenten. Geen productie per campagne.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67344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67344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€700 – 900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467344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maanden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67344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Gereduceerde setup, met de einddatum én het vervolgtarief nu al vastgelegd — dat laatste is het belangrijkste.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blokken, sitewijziging of herijkte segmentatie = projectwerk, apart geoffreerd. Geen afrekening per sessie.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 ziet een maand eruit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 en bewust traag: bijsturen en bewaken, geen productie per campagne.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regels vuurden, welke varianten kregen verkeer, welke stonden er nutteloos bij. Een half uur zodra de panelen er zijn.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084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7647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Bijsturen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7647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Zwakke variant vervangen door een betere formulering van dezelfde boodschap — tweaken, geen ombouw. Dode regel weg, te klein segment samenvoegen.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084832"/>
            <a:ext cx="475488" cy="47548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5683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= een regel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5683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welke tekst, maar welke bestaande variant dit publiek krijgt. Minuten werk op de conditielaag. Daarna: landde het publiek in het bedoelde segment?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2624328" cy="2286000"/>
          </a:xfrm>
          <a:prstGeom prst="roundRect">
            <a:avLst>
              <a:gd name="adj" fmla="val 3600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7192" y="2084832"/>
            <a:ext cx="475488" cy="47548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37192" y="26974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Bewaken + kwartaal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37192" y="32461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Faalsignalen groen, inzendingen binnen — iemands taak, wekelijks. Per kwartaal: wat leverde de holdout op, wat is aangepast en waarom, wat proberen we?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2414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4348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geen enkele variant de campagneboodschap dragen?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signaal, geen bouwtaak: de campagne drijft af van de propositie, óf er is echt een nieuw segment. Beide is een gesprek — het instrument is zo een rem op campagnedrift.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Varianten komen er alleen op vaste momenten bij (bijv. per kwartaal), nooit als reactie op één campagne.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Denk in kwartalen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instrument heeft tijd nodig. Zet de verwachting vooraf: Q1 is inrichten en leren, niet oogsten.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Inrichting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Segmenten, varianten, regels, holdout, koppeling, meetopzet. 2–3 weken · €4–6k eenmalig.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2044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loopt, je weet nog niets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7647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Bijstellen: drempels te ruim/krap, lege segmenten, te brede condities. Eerste campagne = eerste toets. Uitkomst: klopt de verkeersverdeling? Nog geen effect.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5683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Halfjaarpunt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5683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Zwakke varianten eruit; holdout geeft richting, nog geen cijfer. Eerlijk: bij weinig B2B-verkeer is een half jaar vaak te kort voor een hard antwoord.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9281160" y="1783080"/>
            <a:ext cx="2624328" cy="2377440"/>
          </a:xfrm>
          <a:prstGeom prst="roundRect">
            <a:avLst>
              <a:gd name="adj" fmla="val 3462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7192" y="202082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7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020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Q3–4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37192" y="2624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rendement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37192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Segmentatie gecorrigeerd, zwakke varianten weg, holdout genoeg gedraaid. Jaargesprek: wat deed het, wat nu nog winnen.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0E2A38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Verkoop geen half jaar.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eindigt precies waar je nog geen antwoord hebt. Verkoop een jaar met een uitstapmoment na zes maanden — dat verlaagt de drempel én geeft het instrument de tijd die het nodig heeft.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(setup + retainer): half jaar ≈ €13–20k · jaar ≈ €22–35k, afhankelijk van het maandtarief.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demo — twee losse demo's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prospect klikt zelf; jij geeft de schakelaar uit handen. Draaiboek: docs/demo-draaiboek.md.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002536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 — het idee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404872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· misterchameleon.nl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807208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Schakelaar uit handen: drie rollen, hij kiest zichzelf.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hero + cta wisselen; de rest blijft — de kameleon vloeit over.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profielpaneel terwijl hij rondklikt; tijdschuif naar avond/weekend.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regels (3, gewone taal). Platform uit → gewone pagina.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Weglaten: verrijking, AI, e-mail, formulieren.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2002536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— de diepte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6248" y="2404872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 moment, andere vraag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6248" y="2807208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“wat we bewijzen, niet wat we dag één verkopen.”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Verrijking + terughoudendheid + uitsluitingslijst (voor de creepy-vraag).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Formuliervarianten · adaptieve e-mail (continuïteit).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AI-generator: 4 hero's, gooi er zelf 2 weg — jullie snelheid.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Meetlaag: welke regels vuurden, verdeling, welke nooit. Per onderdeel een statuszin.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site overtuigt van het idee, hun site (mirror) van de toepassing. Sterkste contrast: sollicitant vs. klant. Na de kern: stoppen met vertellen — de vraag die zij stellen is het doel.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931920"/>
            <a:ext cx="4023360" cy="4023360"/>
          </a:xfrm>
          <a:prstGeom prst="ellipse">
            <a:avLst/>
          </a:prstGeom>
          <a:solidFill>
            <a:srgbClr val="0FA3A3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soorten klanten, één website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we kunnen meten dat het uitmaakt.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stap: één klantgesprek, live op hun eigen site.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 Chameleon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2026-08-02T16:40:38Z</dcterms:created>
  <dcterms:modified xsi:type="dcterms:W3CDTF">2026-08-02T16:40:38Z</dcterms:modified>
</cp:coreProperties>
</file>