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097280"/>
            <a:ext cx="3840480" cy="3840480"/>
          </a:xfrm>
          <a:prstGeom prst="ellipse">
            <a:avLst/>
          </a:prstGeom>
          <a:solidFill>
            <a:srgbClr val="0FA3A3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2743200" cy="2743200"/>
          </a:xfrm>
          <a:prstGeom prst="ellipse">
            <a:avLst/>
          </a:prstGeom>
          <a:solidFill>
            <a:srgbClr val="17C3B2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23774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Mister Chameleon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website die zich per bezoeker gedraagt — dezelfde belofte, een andere ingang.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Aanleiding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het nu geld kost waar de beslissing valt.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231136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31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20299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adverteert gericht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2432304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weet steeds preciezer wie je aanspreekt in de advertentie.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712464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7124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51129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landing is generiek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37360" y="3913632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Maar iedereen belandt op dezelfde pagina, met hetzelfde verhaal in dezelfde volgorde.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91456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5193792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193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992624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verlies is onzichtbaar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539496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Precies waar de bezoeker beslist, sluit de boodschap niet aan op wie hij is — en dat zie je nergens terug.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probleem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“Meerdere doelgroepen, en één website.”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sollicitant en de klant liggen emotioneel ver uit elkaar — en krijgen nu hetzelfde verhaal in dezelfde volgorde.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7947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Sollicitant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379476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37947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79476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37947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6760" y="379476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37947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Terugkerend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kern: de kleur verandert, niet het dier. Dezelfde belofte, een andere ingang — geen versnipperde landingspagina's.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het nu kan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nieuwe website, geen los onderhoud — en beslissend: meetbaar.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nieuwe site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klein stukje op je bestaande site maakt hem adaptief. Zelfde CMS, andere volgorde per bezoeker.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219456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36592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losse pagina's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36592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varianten leven op één plek, niet in vergeten landingspagina's.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13064" y="219456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8513064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13064" y="29260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Meetbaar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13064" y="352044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deel van de bezoekers krijgt bewust de gewone site, zodat je ziet of het uitmaakt.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laatste overtuigt het meest: niet dat het personaliseert, maar dat je het zélf kunt meten.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ziet een maand eruit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Bewust rustig: je stuurt bij en bewaakt — je bouwt niet elke maand om.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Lezen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kregen bezoekers, wat werkte, wat niet.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044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Bijsturen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7647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zwakke variant beter formuleren — dezelfde boodschap, geen nieuwe.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148840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Campagne aanhaken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5683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bestaande variant krijgt dit publiek? Een instelling, geen tekstklus.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281160" y="1874520"/>
            <a:ext cx="2624328" cy="2468880"/>
          </a:xfrm>
          <a:prstGeom prst="roundRect">
            <a:avLst>
              <a:gd name="adj" fmla="val 3333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148840"/>
            <a:ext cx="512064" cy="51206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834640"/>
            <a:ext cx="216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Kwartaalgesprek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537192" y="3291840"/>
            <a:ext cx="216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leverde het op, wat passen we aan, wat proberen we — waar je je geld ziet werken.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eerste kwartaal is inrichten en leren, niet oogsten — dat zeggen we vooraf.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931920"/>
            <a:ext cx="4023360" cy="4023360"/>
          </a:xfrm>
          <a:prstGeom prst="ellipse">
            <a:avLst/>
          </a:prstGeom>
          <a:solidFill>
            <a:srgbClr val="0FA3A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Zelfde site, elke bezoeker 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je meet zelf of het uitmaakt.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41248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Valt het platform weg, dan staat je gewone site er gewoon — er breekt niets. Laten we het op jouw eigen site laten zien.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2026-08-02T16:38:53Z</dcterms:created>
  <dcterms:modified xsi:type="dcterms:W3CDTF">2026-08-02T16:38:53Z</dcterms:modified>
</cp:coreProperties>
</file>