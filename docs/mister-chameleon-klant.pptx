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097280"/>
            <a:ext cx="3840480" cy="3840480"/>
          </a:xfrm>
          <a:prstGeom prst="ellipse">
            <a:avLst/>
          </a:prstGeom>
          <a:solidFill>
            <a:srgbClr val="0FA3A3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640080"/>
            <a:ext cx="2743200" cy="2743200"/>
          </a:xfrm>
          <a:prstGeom prst="ellipse">
            <a:avLst/>
          </a:prstGeom>
          <a:solidFill>
            <a:srgbClr val="17C3B2">
              <a:alpha val="14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23774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Mister Chameleon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379476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website die zich per bezoeker gedraagt — dezelfde belofte, een andere ingang.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Aanleiding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het nu geld kost waar de beslissing valt.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25880"/>
          </a:xfrm>
          <a:prstGeom prst="roundRect">
            <a:avLst>
              <a:gd name="adj" fmla="val 6207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231136"/>
            <a:ext cx="512064" cy="512064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2311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37360" y="202996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adverteert gericht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737360" y="2432304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weet steeds preciezer wie je aanspreekt in de advertentie.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310128"/>
            <a:ext cx="10881360" cy="1325880"/>
          </a:xfrm>
          <a:prstGeom prst="roundRect">
            <a:avLst>
              <a:gd name="adj" fmla="val 6207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3712464"/>
            <a:ext cx="512064" cy="512064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7124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737360" y="351129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landing is generiek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37360" y="3913632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 iedereen belandt op dezelfde pagina, met hetzelfde verhaal in dezelfde volgorde.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791456"/>
            <a:ext cx="10881360" cy="1325880"/>
          </a:xfrm>
          <a:prstGeom prst="roundRect">
            <a:avLst>
              <a:gd name="adj" fmla="val 6207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5193792"/>
            <a:ext cx="512064" cy="512064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51937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37360" y="4992624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verlies is onzichtbaar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737360" y="539496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Precies waar de bezoeker beslist, sluit de boodschap niet aan op wie hij is — en dat zie je nergens terug.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probleem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77240" y="123444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“Vier soorten klanten, en één website.”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sollicitant en de klant liggen emotioneel ver uit elkaar — en krijgen nu hetzelfde verhaal in dezelfde volgorde.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188720" y="3749040"/>
            <a:ext cx="3566160" cy="960120"/>
          </a:xfrm>
          <a:prstGeom prst="roundRect">
            <a:avLst>
              <a:gd name="adj" fmla="val 8571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88720" y="374904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Sollicitant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92040" y="374904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zelfde pagina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06640" y="3749040"/>
            <a:ext cx="3566160" cy="960120"/>
          </a:xfrm>
          <a:prstGeom prst="roundRect">
            <a:avLst>
              <a:gd name="adj" fmla="val 8571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06640" y="374904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Klant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5166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kern: de kleur verandert, niet het dier. Dezelfde belofte, een andere ingang — geen versnipperde landingspagina's.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Waarom het nu kan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nieuwe website, geen los onderhoud — en beslissend: meetbaar.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20440" cy="3383280"/>
          </a:xfrm>
          <a:prstGeom prst="roundRect">
            <a:avLst>
              <a:gd name="adj" fmla="val 2432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548640" cy="54864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Geen nieuwe site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regel code in je site maakt hem adaptief. Zelfde CMS, andere volgorde per bezoeker.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20440" cy="3383280"/>
          </a:xfrm>
          <a:prstGeom prst="roundRect">
            <a:avLst>
              <a:gd name="adj" fmla="val 2432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36592" y="2194560"/>
            <a:ext cx="548640" cy="54864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4736592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36592" y="29260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Geen losse pagina's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736592" y="352044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varianten leven op één plek, niet in vergeten landingspagina's.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20440" cy="3383280"/>
          </a:xfrm>
          <a:prstGeom prst="roundRect">
            <a:avLst>
              <a:gd name="adj" fmla="val 2432"/>
            </a:avLst>
          </a:prstGeom>
          <a:solidFill>
            <a:srgbClr val="E4F5F1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13064" y="2194560"/>
            <a:ext cx="548640" cy="54864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6" name="Text 14"/>
          <p:cNvSpPr/>
          <p:nvPr/>
        </p:nvSpPr>
        <p:spPr>
          <a:xfrm>
            <a:off x="8513064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13064" y="29260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Meetbaar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513064" y="352044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deel van de bezoekers krijgt bewust de gewone site, zodat je ziet of het uitmaakt.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0080" y="54681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profielen op persoonsniveau, en je data staat in Europa.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87044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laatste overtuigt het meest: niet dat het personaliseert, maar dat je het zélf kunt meten.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Hoe ziet een maand eruit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Bewust rustig: je stuurt bij en bewaakt — je bouwt niet elke maand om.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624328" cy="2468880"/>
          </a:xfrm>
          <a:prstGeom prst="roundRect">
            <a:avLst>
              <a:gd name="adj" fmla="val 3333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148840"/>
            <a:ext cx="512064" cy="512064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2834640"/>
            <a:ext cx="216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Lezen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3291840"/>
            <a:ext cx="2167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kregen bezoekers, wat werkte, wat niet.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20440" y="1874520"/>
            <a:ext cx="2624328" cy="2468880"/>
          </a:xfrm>
          <a:prstGeom prst="roundRect">
            <a:avLst>
              <a:gd name="adj" fmla="val 3333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76472" y="2148840"/>
            <a:ext cx="512064" cy="512064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3776472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776472" y="2834640"/>
            <a:ext cx="216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Bijsturen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776472" y="3291840"/>
            <a:ext cx="2167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zwakke variant beter formuleren — dezelfde boodschap, geen nieuwe.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1874520"/>
            <a:ext cx="2624328" cy="2468880"/>
          </a:xfrm>
          <a:prstGeom prst="roundRect">
            <a:avLst>
              <a:gd name="adj" fmla="val 3333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56832" y="2148840"/>
            <a:ext cx="512064" cy="512064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6" name="Text 14"/>
          <p:cNvSpPr/>
          <p:nvPr/>
        </p:nvSpPr>
        <p:spPr>
          <a:xfrm>
            <a:off x="6656832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56832" y="2834640"/>
            <a:ext cx="216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Campagne aanhaken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56832" y="3291840"/>
            <a:ext cx="2167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Welke bestaande variant krijgt dit publiek? Een instelling, geen tekstklus.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281160" y="1874520"/>
            <a:ext cx="2624328" cy="2468880"/>
          </a:xfrm>
          <a:prstGeom prst="roundRect">
            <a:avLst>
              <a:gd name="adj" fmla="val 3333"/>
            </a:avLst>
          </a:prstGeom>
          <a:solidFill>
            <a:srgbClr val="E4F5F1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37192" y="2148840"/>
            <a:ext cx="512064" cy="51206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/>
          <p:nvPr/>
        </p:nvSpPr>
        <p:spPr>
          <a:xfrm>
            <a:off x="9537192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537192" y="2834640"/>
            <a:ext cx="216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Kwartaalgesprek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537192" y="3291840"/>
            <a:ext cx="2167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leverde het op, wat passen we aan, wat proberen we — waar je je geld ziet werken.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532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eerste kwartaal is inrichten en leren, niet oogsten — dat zeggen we vooraf.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3931920"/>
            <a:ext cx="4023360" cy="4023360"/>
          </a:xfrm>
          <a:prstGeom prst="ellipse">
            <a:avLst/>
          </a:prstGeom>
          <a:solidFill>
            <a:srgbClr val="0FA3A3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Zelfde site, elke bezoeker —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C3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je meet zelf of het uitmaakt.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1248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Valt het platform weg, dan staat je gewone site er gewoon — er breekt niets. Laten we het op jouw eigen site laten zien.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2026-08-02T16:54:01Z</dcterms:created>
  <dcterms:modified xsi:type="dcterms:W3CDTF">2026-08-02T16:54:01Z</dcterms:modified>
</cp:coreProperties>
</file>