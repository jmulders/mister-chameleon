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3840480" cy="3840480"/>
          </a:xfrm>
          <a:prstGeom prst="ellipse">
            <a:avLst/>
          </a:prstGeom>
          <a:solidFill>
            <a:srgbClr val="0FA3A3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640080"/>
            <a:ext cx="2743200" cy="2743200"/>
          </a:xfrm>
          <a:prstGeom prst="ellipse">
            <a:avLst/>
          </a:prstGeom>
          <a:solidFill>
            <a:srgbClr val="17C3B2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3774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Mister Chameleon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website die zich per bezoeker gedraagt — dezelfde belofte, een andere ingang.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Aanleiding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het nu geld kost waar de beslissing valt.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325880"/>
          </a:xfrm>
          <a:prstGeom prst="roundRect">
            <a:avLst>
              <a:gd name="adj" fmla="val 6207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231136"/>
            <a:ext cx="512064" cy="512064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2311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37360" y="202996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adverteert gericht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37360" y="2432304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weet steeds preciezer wie je aanspreekt in de advertentie.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310128"/>
            <a:ext cx="10881360" cy="1325880"/>
          </a:xfrm>
          <a:prstGeom prst="roundRect">
            <a:avLst>
              <a:gd name="adj" fmla="val 6207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32688" y="3712464"/>
            <a:ext cx="512064" cy="512064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7124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37360" y="351129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landing is generiek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737360" y="3913632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 iedereen belandt op dezelfde pagina, met hetzelfde verhaal in dezelfde volgorde.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791456"/>
            <a:ext cx="10881360" cy="1325880"/>
          </a:xfrm>
          <a:prstGeom prst="roundRect">
            <a:avLst>
              <a:gd name="adj" fmla="val 6207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5193792"/>
            <a:ext cx="512064" cy="512064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51937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737360" y="4992624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verlies is onzichtbaar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737360" y="539496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Precies waar de bezoeker beslist, sluit de boodschap niet aan op wie hij is — en dat zie je nergens terug.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probleem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123444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“Vier soorten klanten, en één website.”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sollicitant en de klant liggen emotioneel ver uit elkaar — en krijgen nu hetzelfde verhaal in dezelfde volgorde.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88720" y="3749040"/>
            <a:ext cx="3566160" cy="960120"/>
          </a:xfrm>
          <a:prstGeom prst="roundRect">
            <a:avLst>
              <a:gd name="adj" fmla="val 8571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37490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Sollicitant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92040" y="37490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zelfde pagina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06640" y="3749040"/>
            <a:ext cx="3566160" cy="960120"/>
          </a:xfrm>
          <a:prstGeom prst="roundRect">
            <a:avLst>
              <a:gd name="adj" fmla="val 8571"/>
            </a:avLst>
          </a:prstGeom>
          <a:solidFill>
            <a:srgbClr val="12414E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06640" y="37490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5166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kern: de kleur verandert, niet het dier. Dezelfde belofte, een andere ingang — geen versnipperde landingspagina's.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Waarom het nu kan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nieuwe website, geen los onderhoud — en beslissend: meetbaar.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9260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Geen nieuwe site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35204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regel code in je site maakt hem adaptief. Zelfde CMS, andere volgorde per bezoeker.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416552" y="187452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36592" y="2194560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1" name="Text 9"/>
          <p:cNvSpPr/>
          <p:nvPr/>
        </p:nvSpPr>
        <p:spPr>
          <a:xfrm>
            <a:off x="4736592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36592" y="29260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Geen losse pagina's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36592" y="35204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varianten leven op één plek, niet in vergeten landingspagina's.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193024" y="187452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E4F5F1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13064" y="2194560"/>
            <a:ext cx="548640" cy="548640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6" name="Text 14"/>
          <p:cNvSpPr/>
          <p:nvPr/>
        </p:nvSpPr>
        <p:spPr>
          <a:xfrm>
            <a:off x="8513064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13064" y="29260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Meetbaar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13064" y="35204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deel van de bezoekers krijgt bewust de gewone site, zodat je ziet of het uitmaakt.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0080" y="546811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persoonsgegevens die we bewaren, en je data staat in Europa.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8704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laatste overtuigt het meest: niet dat het personaliseert, maar dat je het zélf kunt meten.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Hoe ziet een maand eruit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Bewust rustig: je stuurt bij en bewaakt — je bouwt niet elke maand om.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24328" cy="2468880"/>
          </a:xfrm>
          <a:prstGeom prst="roundRect">
            <a:avLst>
              <a:gd name="adj" fmla="val 3333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48840"/>
            <a:ext cx="512064" cy="512064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834640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Lezen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3291840"/>
            <a:ext cx="216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kregen bezoekers, wat werkte, wat niet.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20440" y="1874520"/>
            <a:ext cx="2624328" cy="2468880"/>
          </a:xfrm>
          <a:prstGeom prst="roundRect">
            <a:avLst>
              <a:gd name="adj" fmla="val 3333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76472" y="2148840"/>
            <a:ext cx="512064" cy="512064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1" name="Text 9"/>
          <p:cNvSpPr/>
          <p:nvPr/>
        </p:nvSpPr>
        <p:spPr>
          <a:xfrm>
            <a:off x="3776472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76472" y="2834640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Bijsturen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76472" y="3291840"/>
            <a:ext cx="216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zwakke variant beter formuleren — dezelfde boodschap, geen nieuwe.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0" y="1874520"/>
            <a:ext cx="2624328" cy="2468880"/>
          </a:xfrm>
          <a:prstGeom prst="roundRect">
            <a:avLst>
              <a:gd name="adj" fmla="val 3333"/>
            </a:avLst>
          </a:prstGeom>
          <a:solidFill>
            <a:srgbClr val="EDF5F5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56832" y="2148840"/>
            <a:ext cx="512064" cy="512064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6" name="Text 14"/>
          <p:cNvSpPr/>
          <p:nvPr/>
        </p:nvSpPr>
        <p:spPr>
          <a:xfrm>
            <a:off x="6656832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56832" y="2834640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Campagne aanhaken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56832" y="3291840"/>
            <a:ext cx="216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bestaande variant krijgt dit publiek? Een instelling, geen tekstklus.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281160" y="1874520"/>
            <a:ext cx="2624328" cy="2468880"/>
          </a:xfrm>
          <a:prstGeom prst="roundRect">
            <a:avLst>
              <a:gd name="adj" fmla="val 3333"/>
            </a:avLst>
          </a:prstGeom>
          <a:solidFill>
            <a:srgbClr val="E4F5F1"/>
          </a:solidFill>
          <a:ln/>
          <a:effectLst>
            <a:outerShdw sx="100000" sy="100000" kx="0" ky="0" algn="bl" rotWithShape="0" blurRad="76200" dist="25400" dir="5400000">
              <a:srgbClr val="9FB6B6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37192" y="2148840"/>
            <a:ext cx="512064" cy="51206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/>
          <p:nvPr/>
        </p:nvSpPr>
        <p:spPr>
          <a:xfrm>
            <a:off x="9537192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37192" y="2834640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Kwartaalgesprek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537192" y="3291840"/>
            <a:ext cx="216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leverde het op, wat passen we aan, wat proberen we — waar je je geld ziet werken.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7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eerste kwartaal is inrichten en leren, niet oogsten — dat zeggen we vooraf.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931920"/>
            <a:ext cx="4023360" cy="4023360"/>
          </a:xfrm>
          <a:prstGeom prst="ellipse">
            <a:avLst/>
          </a:prstGeom>
          <a:solidFill>
            <a:srgbClr val="0FA3A3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Zelfde site, elke bezoeker —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C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je meet zelf of het uitmaakt.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1248" y="4434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Valt het platform weg, dan staat je gewone site er gewoon — er breekt niets. Laten we het op jouw eigen site laten zien.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2026-08-02T16:58:48Z</dcterms:created>
  <dcterms:modified xsi:type="dcterms:W3CDTF">2026-08-02T16:58:48Z</dcterms:modified>
</cp:coreProperties>
</file>